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47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0B1220">
              <a:alpha val="0"/>
            </a:srgbClr>
          </a:solidFill>
          <a:ln w="19050">
            <a:solidFill>
              <a:srgbClr val="2031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0B1220">
              <a:alpha val="0"/>
            </a:srgbClr>
          </a:solidFill>
          <a:ln w="15240">
            <a:solidFill>
              <a:srgbClr val="1D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005840"/>
            <a:ext cx="10561320" cy="4700016"/>
          </a:xfrm>
          <a:prstGeom prst="roundRect">
            <a:avLst>
              <a:gd name="adj" fmla="val 3502"/>
            </a:avLst>
          </a:prstGeom>
          <a:solidFill>
            <a:srgbClr val="111B2F">
              <a:alpha val="96000"/>
            </a:srgbClr>
          </a:solidFill>
          <a:ln w="15240">
            <a:solidFill>
              <a:srgbClr val="263F7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DriveShare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78992" y="231343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E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Peer-to-Peer Car Rental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78992" y="2834640"/>
            <a:ext cx="2560320" cy="0"/>
          </a:xfrm>
          <a:prstGeom prst="line">
            <a:avLst/>
          </a:prstGeom>
          <a:noFill/>
          <a:ln w="38100">
            <a:solidFill>
              <a:srgbClr val="4FE3C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154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Pattern Integration &amp; Code Deep Dive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38221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 Idris, Zaid, and Jason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8992" y="4133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16,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651760" cy="3337560"/>
          </a:xfrm>
          <a:prstGeom prst="roundRect">
            <a:avLst>
              <a:gd name="adj" fmla="val 5517"/>
            </a:avLst>
          </a:prstGeom>
          <a:solidFill>
            <a:srgbClr val="0C1426"/>
          </a:solidFill>
          <a:ln w="12700">
            <a:solidFill>
              <a:srgbClr val="2A46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85632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22208" y="2212848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Registration &amp; recovery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 listing &amp; booking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Notifications &amp; messaging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simulation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22208" y="4069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E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Turo-inspired rental workflow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9C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F7FAFC">
              <a:alpha val="0"/>
            </a:srgbClr>
          </a:solidFill>
          <a:ln w="19050">
            <a:solidFill>
              <a:srgbClr val="D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F7FAFC">
              <a:alpha val="0"/>
            </a:srgbClr>
          </a:solidFill>
          <a:ln w="15240">
            <a:solidFill>
              <a:srgbClr val="E0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6692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Patterns Integration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diagram as the main architecture view for DriveShare.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84048" y="1307592"/>
            <a:ext cx="11411712" cy="482803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mnt/data/UML 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08176"/>
            <a:ext cx="11228832" cy="460525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F7FAFC">
              <a:alpha val="0"/>
            </a:srgbClr>
          </a:solidFill>
          <a:ln w="19050">
            <a:solidFill>
              <a:srgbClr val="D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F7FAFC">
              <a:alpha val="0"/>
            </a:srgbClr>
          </a:solidFill>
          <a:ln w="15240">
            <a:solidFill>
              <a:srgbClr val="E0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6692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The Builder Pattern Done by Idris (models.py)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97840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 listing creation uses chained setter methods to safely assemble a Car object one field at a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389888"/>
            <a:ext cx="7333488" cy="4828032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12700">
            <a:solidFill>
              <a:srgbClr val="26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517904"/>
            <a:ext cx="7004304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CarBuilder: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self.reset()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reset(self):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 = Car()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set_model(self, 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self.car.model = 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set_year(self, year):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self.car.year = year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set_mileage(self, mileage):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self.car.mileage = mileage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set_location(self, location):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self.car.location = location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set_price(self, price):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self.car.price = price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set_owner(self, owner):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self.car.owner = owner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build(self):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built_car = self.car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self.reset()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built_car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56448" y="1389888"/>
            <a:ext cx="3456432" cy="48280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56448" y="1389888"/>
            <a:ext cx="91440" cy="4828032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6184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23113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IDRIS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49056" y="2542032"/>
            <a:ext cx="295351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Allows step-by-step object construction.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Enables clean method chaining, such as .set_model().set_year().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reset() function protects memory states and prevents duplicate data bugs.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F7FAFC">
              <a:alpha val="0"/>
            </a:srgbClr>
          </a:solidFill>
          <a:ln w="19050">
            <a:solidFill>
              <a:srgbClr val="D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F7FAFC">
              <a:alpha val="0"/>
            </a:srgbClr>
          </a:solidFill>
          <a:ln w="15240">
            <a:solidFill>
              <a:srgbClr val="E0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6692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The Chain of Responsibility Pattern Done by Zaid (patterns.py)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97840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recovery is split into small handlers, each validating one security question before passing control forward.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7333488" cy="397764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 w="12700">
            <a:solidFill>
              <a:srgbClr val="26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545336"/>
            <a:ext cx="70043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SecurityQuestionHandler: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next_handler=None):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self.next_handler = next_handler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handle(self, user, answers):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self.next_handler: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self.next_handler.handle(user, answers)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Question1Handler(SecurityQuestionHandler):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handle(self, user, answers):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user.security_answers[0].lower().strip() == answers[0].lower().strip():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super().handle(user, answers)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532120"/>
            <a:ext cx="7333488" cy="484632"/>
          </a:xfrm>
          <a:prstGeom prst="roundRect">
            <a:avLst>
              <a:gd name="adj" fmla="val 22642"/>
            </a:avLst>
          </a:prstGeom>
          <a:solidFill>
            <a:srgbClr val="EAF4FF"/>
          </a:solidFill>
          <a:ln w="12700">
            <a:solidFill>
              <a:srgbClr val="BDD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5696712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Flow: Question 1 passes -&gt; next handler checks -&gt; failure stops the chain immediately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156448" y="1417320"/>
            <a:ext cx="3456432" cy="45994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91440" cy="4599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164592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225856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ZAID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49056" y="2569464"/>
            <a:ext cx="2953512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Decouples security steps into independent handlers.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 is sanitized with .strip().lower() before validation.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Failing any single handler immediately stops the process.</a:t>
            </a:r>
            <a:endParaRPr lang="en-US" sz="1310" dirty="0"/>
          </a:p>
        </p:txBody>
      </p:sp>
      <p:sp>
        <p:nvSpPr>
          <p:cNvPr id="18" name="Text 16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F7FAFC">
              <a:alpha val="0"/>
            </a:srgbClr>
          </a:solidFill>
          <a:ln w="19050">
            <a:solidFill>
              <a:srgbClr val="D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F7FAFC">
              <a:alpha val="0"/>
            </a:srgbClr>
          </a:solidFill>
          <a:ln w="15240">
            <a:solidFill>
              <a:srgbClr val="E0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6692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The Mediator Pattern Done by Jason (UI.py)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97840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UI sends event strings to one mediator instead of every frame directly importing and controlling other frames.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371600"/>
            <a:ext cx="7452360" cy="4901184"/>
          </a:xfrm>
          <a:prstGeom prst="roundRect">
            <a:avLst>
              <a:gd name="adj" fmla="val 2239"/>
            </a:avLst>
          </a:prstGeom>
          <a:solidFill>
            <a:srgbClr val="0F172A"/>
          </a:solidFill>
          <a:ln w="12700">
            <a:solidFill>
              <a:srgbClr val="2633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499616"/>
            <a:ext cx="7123176" cy="464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DriveShareMediator(Mediator):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Concrete Mediator managing UI frame transitions and interactions.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root):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self.root = root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theme(self.root)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self.frames = {}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self.current_frame = None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self.on_frame_change = None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addFrame(self, name, frame):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self.frames[name] = frame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frame.grid(row=0, column=0, sticky="nsew")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chooseFrame(self, sender, event, data=None):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 == "GO_TO_REGISTER":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self.showFrame("RegisterFrame")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event == "GO_TO_LOGIN":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self.showFrame("LoginFrame")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event == "LOGIN_SUCCESS":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self.frames["DashboardFrame"].refresh_ui()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self.showFrame("DashboardFrame")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event == "LOGOUT":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UserSession().logout()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self.showFrame("LoginFrame")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showFrame(self, name):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frame = self.frames.get(name)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frame: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frame.tkraise()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self.current_frame = frame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self.on_frame_change: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self.on_frame_change()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247888" y="1371600"/>
            <a:ext cx="3364992" cy="4901184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47888" y="1371600"/>
            <a:ext cx="91440" cy="4901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0" y="160020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3920" y="22128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JASON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40496" y="2523744"/>
            <a:ext cx="2862072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Centralizes complex UI routing and communication.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Eliminates circular dependencies between Tkinter frames.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chooseFrame evaluates events and updates UI states safely.</a:t>
            </a:r>
            <a:endParaRPr lang="en-US" sz="1310" dirty="0"/>
          </a:p>
        </p:txBody>
      </p:sp>
      <p:sp>
        <p:nvSpPr>
          <p:cNvPr id="16" name="Text 14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8360" y="109728"/>
            <a:ext cx="2240280" cy="2240280"/>
          </a:xfrm>
          <a:prstGeom prst="arc">
            <a:avLst/>
          </a:prstGeom>
          <a:solidFill>
            <a:srgbClr val="F7FAFC">
              <a:alpha val="0"/>
            </a:srgbClr>
          </a:solidFill>
          <a:ln w="19050">
            <a:solidFill>
              <a:srgbClr val="D9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" y="5349240"/>
            <a:ext cx="1371600" cy="1371600"/>
          </a:xfrm>
          <a:prstGeom prst="arc">
            <a:avLst/>
          </a:prstGeom>
          <a:solidFill>
            <a:srgbClr val="F7FAFC">
              <a:alpha val="0"/>
            </a:srgbClr>
          </a:solidFill>
          <a:ln w="15240">
            <a:solidFill>
              <a:srgbClr val="E0E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66928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Member Responsibilities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98755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member owned a focused slice of DriveShare while collaborating on the shared UI implementation.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554480"/>
            <a:ext cx="10789920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554480"/>
            <a:ext cx="91440" cy="1389888"/>
          </a:xfrm>
          <a:prstGeom prst="rect">
            <a:avLst/>
          </a:prstGeom>
          <a:solidFill>
            <a:srgbClr val="1E63FF"/>
          </a:solidFill>
          <a:ln w="12700">
            <a:solidFill>
              <a:srgbClr val="1E6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7007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IDRIS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87752" y="1737360"/>
            <a:ext cx="8641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E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&amp; ui.py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69264" y="2057400"/>
            <a:ext cx="10387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Architected core data models (User, Car) and the Singleton UserSession.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 the .pkl Database saving/loading mechanics.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Co-developed ui.py, focusing on the Dynamic Calendar grid and event rendering.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13232" y="3154680"/>
            <a:ext cx="10789920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154680"/>
            <a:ext cx="91440" cy="1389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300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87752" y="3337560"/>
            <a:ext cx="8641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patterns.py &amp; ui.py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657600"/>
            <a:ext cx="10387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Programmed all design patterns (Proxy, Observer, Chain of Responsibility).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Managed the complex payment routing and Inbox messaging systems.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Co-developed ui.py, focusing on Rent/Host forms and cancellation penalty alerts.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713232" y="4754880"/>
            <a:ext cx="10789920" cy="1389888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4754880"/>
            <a:ext cx="91440" cy="13898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49011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87752" y="4937760"/>
            <a:ext cx="8641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main_driveshare.pyw &amp; ui.py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69264" y="5257800"/>
            <a:ext cx="10387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Wrote the master bootstrapper and dummy data population script.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Engineered the global dynamic font scaling (Zoom Engine).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Co-developed ui.py, focusing on the Mediator router and Flat UI styling.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530352" y="64739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DriveShare - Peer-to-Peer Car Rental Platform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494008" y="64373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Office PowerPoint</Application>
  <PresentationFormat>Widescreen</PresentationFormat>
  <Paragraphs>159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DriveShare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DriveShare Presentation</dc:title>
  <dc:subject>DriveShare - Peer-to-Peer Car Rental Platform</dc:subject>
  <cp:lastModifiedBy>idris kabir</cp:lastModifiedBy>
  <cp:revision>2</cp:revision>
  <dcterms:created xsi:type="dcterms:W3CDTF">2026-06-16T05:53:26Z</dcterms:created>
  <dcterms:modified xsi:type="dcterms:W3CDTF">2026-06-16T06:10:16Z</dcterms:modified>
</cp:coreProperties>
</file>